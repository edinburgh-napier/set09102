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307" r:id="rId2"/>
    <p:sldId id="30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F2DE63D5-997A-4646-A377-4702673A728D}" styleName="Light Style 2 –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2833802-FEF1-4C79-8D5D-14CF1EAF98D9}" styleName="Light Style 2 –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087"/>
    <p:restoredTop sz="96327"/>
  </p:normalViewPr>
  <p:slideViewPr>
    <p:cSldViewPr snapToGrid="0">
      <p:cViewPr varScale="1">
        <p:scale>
          <a:sx n="121" d="100"/>
          <a:sy n="121" d="100"/>
        </p:scale>
        <p:origin x="168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727A48-965A-BA15-0AE9-BEA1EF7218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E0A82B-55B2-E660-4829-33D533A07B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D039D9-C539-699B-5286-87DE567AA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175749-BE88-2442-8D84-DEA4B15C26FA}" type="datetimeFigureOut">
              <a:rPr lang="en-US" smtClean="0"/>
              <a:t>6/16/25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7DBA3F-DE78-2B26-931D-68397B3494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F3091B-809A-523C-5246-8709FE24D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4463A4-7FAA-CA4D-A10D-741717D5E8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389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69F00-FAB9-A268-C8C4-FC5BF4B8F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556B8F-9276-9D4F-8221-8F359DAC2A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93236E-0131-F7B2-2169-0FE0807C6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175749-BE88-2442-8D84-DEA4B15C26FA}" type="datetimeFigureOut">
              <a:rPr lang="en-US" smtClean="0"/>
              <a:t>6/16/25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C041ED-6FF3-D817-6F49-8474DB2467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F2E6D0-77AE-28A5-9E8B-0D35FCB24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4463A4-7FAA-CA4D-A10D-741717D5E8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031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8157D-4FE5-58C8-C537-19ADC0361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5D52B9-E915-2ACA-858E-9039EF68B2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828744-21B0-B825-05AA-B52B6D6BB8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175749-BE88-2442-8D84-DEA4B15C26FA}" type="datetimeFigureOut">
              <a:rPr lang="en-US" smtClean="0"/>
              <a:t>6/16/25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BCEBD8-B7C3-D1A5-D0AD-FC064D58C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F86CFD-6C0A-C7A2-D6E0-F57D9E02A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4463A4-7FAA-CA4D-A10D-741717D5E8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867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E729D1-A778-41A3-4696-961C1374D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063AB7-9D0E-A438-700B-C04503B328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4CC594-AE6E-1E4C-5710-E05CF31366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3D7A98-A029-6E32-8BC6-84119685B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175749-BE88-2442-8D84-DEA4B15C26FA}" type="datetimeFigureOut">
              <a:rPr lang="en-US" smtClean="0"/>
              <a:t>6/16/25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0B122B-CAEC-FD14-A465-F7B8C0A3D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4BD409-B05D-F70A-C2BB-D0A0DCD70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4463A4-7FAA-CA4D-A10D-741717D5E8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197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73FFA-0B56-56A6-5DF1-85C8BBD6CB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BD7694-D2FA-834D-4597-AB446F0559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42C13F-7601-D615-29C1-05538E175E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2BDF87-72C0-C830-F916-4D15F388B8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D8A7FE9-B663-A3C7-6337-7D6066F2DB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26B3E8-598A-AF93-DCE7-915DE1BAC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175749-BE88-2442-8D84-DEA4B15C26FA}" type="datetimeFigureOut">
              <a:rPr lang="en-US" smtClean="0"/>
              <a:t>6/16/25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AA2F42-4BDB-00FC-BA05-F4D5F343F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E82CEBC-D23E-FCF0-FB92-02E89ED2F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4463A4-7FAA-CA4D-A10D-741717D5E8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4793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E05DD5-4359-3C86-D34A-0175C7ED7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6771BC-5B38-8074-D1E5-F533B7BA7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175749-BE88-2442-8D84-DEA4B15C26FA}" type="datetimeFigureOut">
              <a:rPr lang="en-US" smtClean="0"/>
              <a:t>6/16/25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5CFB45-8B5A-8077-9727-B66216B30E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78F37A-88F8-BDD6-E7B6-6943DF7E2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4463A4-7FAA-CA4D-A10D-741717D5E8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02558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E57501-6A19-B46F-A241-4DABD5A546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175749-BE88-2442-8D84-DEA4B15C26FA}" type="datetimeFigureOut">
              <a:rPr lang="en-US" smtClean="0"/>
              <a:t>6/16/25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B0D0BE9-FC3F-DAE9-27A0-FE3442BE5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2BD5F4-0BBC-BF7A-1226-F2CCCE997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4463A4-7FAA-CA4D-A10D-741717D5E8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6673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C19D7-7949-ED9A-E6D8-907BBE290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CC5D41-08D4-DEE7-5923-979BFA3DFE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906A47-D44A-4375-8320-9BF2A787F4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7C1433-9F91-D664-352E-997B6AF7B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175749-BE88-2442-8D84-DEA4B15C26FA}" type="datetimeFigureOut">
              <a:rPr lang="en-US" smtClean="0"/>
              <a:t>6/16/25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503735-ACB4-EB18-FE9C-B88B7DACC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993BFA-B47A-E594-C085-CC823DDD1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4463A4-7FAA-CA4D-A10D-741717D5E8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6514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3B749-AA9F-5007-E9E6-9216B0F65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CA7889-D673-4C67-57FF-71290CA8E4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20302D-7EDD-E2C8-A061-FA0AB843E4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86A52C-3C85-6F43-7DC0-D41A02F9F1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175749-BE88-2442-8D84-DEA4B15C26FA}" type="datetimeFigureOut">
              <a:rPr lang="en-US" smtClean="0"/>
              <a:t>6/16/25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EFF323-C33D-55E8-EB81-4B55DC3497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FE1A6D-E04D-AC44-891C-580DE2088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4463A4-7FAA-CA4D-A10D-741717D5E8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2249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A3CDC-269E-14B9-0424-6944C24AF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9C8F23-D517-CCAF-3CF4-FAD92BFAFF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C2D5C8-E565-9C7E-9B60-1B76602F4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175749-BE88-2442-8D84-DEA4B15C26FA}" type="datetimeFigureOut">
              <a:rPr lang="en-US" smtClean="0"/>
              <a:t>6/16/25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B904AA-18C8-14AB-78CE-90CD3EFC8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F7B73C-3A4A-DC95-5378-D359DEA10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4463A4-7FAA-CA4D-A10D-741717D5E8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422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A89420-DB14-5DCB-A90A-717C108573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7D9018-76F9-3F03-08AC-1CAED39897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B2550F-715A-BB7F-734B-930ED04516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175749-BE88-2442-8D84-DEA4B15C26FA}" type="datetimeFigureOut">
              <a:rPr lang="en-US" smtClean="0"/>
              <a:t>6/16/25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5EFE46-93D7-67A9-E0AA-6EFD2E9236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B32C5E-8936-4EC1-CF36-520A38559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4463A4-7FAA-CA4D-A10D-741717D5E8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626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020A9B-0794-BA9F-7F5D-2DDE0AA87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D755B8-140E-BA83-B506-9D570E1B65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F48332-BDA8-A16A-C94B-6C7D59B631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175749-BE88-2442-8D84-DEA4B15C26FA}" type="datetimeFigureOut">
              <a:rPr lang="en-US" smtClean="0"/>
              <a:t>6/16/25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38FCAF-CD4E-EADE-CF30-1537821D39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2B2C0F-C10C-98F8-362A-13C3B5877E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4463A4-7FAA-CA4D-A10D-741717D5E8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024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E15D9-C8FE-F2C5-FBCA-1DFA53077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B4E65DE-0A5F-802D-AE57-E704353352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5025" y="2436813"/>
            <a:ext cx="7772400" cy="1329618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4176A85-6124-4BD9-97D1-11001CCC8C82}"/>
              </a:ext>
            </a:extLst>
          </p:cNvPr>
          <p:cNvCxnSpPr>
            <a:cxnSpLocks/>
          </p:cNvCxnSpPr>
          <p:nvPr/>
        </p:nvCxnSpPr>
        <p:spPr>
          <a:xfrm flipH="1">
            <a:off x="5990897" y="2153033"/>
            <a:ext cx="1332514" cy="106313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82DBF6D3-94B7-261F-8560-190F6A0F5D93}"/>
              </a:ext>
            </a:extLst>
          </p:cNvPr>
          <p:cNvSpPr/>
          <p:nvPr/>
        </p:nvSpPr>
        <p:spPr>
          <a:xfrm>
            <a:off x="7034377" y="1869254"/>
            <a:ext cx="578069" cy="567559"/>
          </a:xfrm>
          <a:prstGeom prst="ellipse">
            <a:avLst/>
          </a:prstGeom>
          <a:ln w="19050"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655BD06-1E5D-58EF-D907-2C708AFE7905}"/>
              </a:ext>
            </a:extLst>
          </p:cNvPr>
          <p:cNvCxnSpPr>
            <a:cxnSpLocks/>
          </p:cNvCxnSpPr>
          <p:nvPr/>
        </p:nvCxnSpPr>
        <p:spPr>
          <a:xfrm flipH="1">
            <a:off x="2396359" y="1621466"/>
            <a:ext cx="1516445" cy="133194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E78E75AF-0C53-FBC4-728F-964F73A7EF69}"/>
              </a:ext>
            </a:extLst>
          </p:cNvPr>
          <p:cNvSpPr/>
          <p:nvPr/>
        </p:nvSpPr>
        <p:spPr>
          <a:xfrm>
            <a:off x="3623770" y="1337687"/>
            <a:ext cx="578069" cy="567559"/>
          </a:xfrm>
          <a:prstGeom prst="ellipse">
            <a:avLst/>
          </a:prstGeom>
          <a:ln w="19050"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9832586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C763060-B09B-9945-A363-F8CDD579E9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2508250"/>
            <a:ext cx="7772400" cy="1417607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E09285F-8C0A-8CE1-3321-CC27A4A494D2}"/>
              </a:ext>
            </a:extLst>
          </p:cNvPr>
          <p:cNvCxnSpPr>
            <a:cxnSpLocks/>
          </p:cNvCxnSpPr>
          <p:nvPr/>
        </p:nvCxnSpPr>
        <p:spPr>
          <a:xfrm>
            <a:off x="6385034" y="1984868"/>
            <a:ext cx="1171904" cy="93700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Oval 4">
            <a:extLst>
              <a:ext uri="{FF2B5EF4-FFF2-40B4-BE49-F238E27FC236}">
                <a16:creationId xmlns:a16="http://schemas.microsoft.com/office/drawing/2014/main" id="{B2B675D9-013A-64C5-EEC8-000F4BEBED82}"/>
              </a:ext>
            </a:extLst>
          </p:cNvPr>
          <p:cNvSpPr/>
          <p:nvPr/>
        </p:nvSpPr>
        <p:spPr>
          <a:xfrm>
            <a:off x="6096000" y="1701089"/>
            <a:ext cx="578069" cy="567559"/>
          </a:xfrm>
          <a:prstGeom prst="ellipse">
            <a:avLst/>
          </a:prstGeom>
          <a:ln w="19050"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DB90576-5CF8-95A4-0A4C-2F9A1855A727}"/>
              </a:ext>
            </a:extLst>
          </p:cNvPr>
          <p:cNvCxnSpPr>
            <a:cxnSpLocks/>
          </p:cNvCxnSpPr>
          <p:nvPr/>
        </p:nvCxnSpPr>
        <p:spPr>
          <a:xfrm flipH="1" flipV="1">
            <a:off x="5349766" y="3552497"/>
            <a:ext cx="1035267" cy="38362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363E6A44-9D7C-9CA6-0BDC-8D847A9334D7}"/>
              </a:ext>
            </a:extLst>
          </p:cNvPr>
          <p:cNvSpPr/>
          <p:nvPr/>
        </p:nvSpPr>
        <p:spPr>
          <a:xfrm>
            <a:off x="6095999" y="3652345"/>
            <a:ext cx="578069" cy="567559"/>
          </a:xfrm>
          <a:prstGeom prst="ellipse">
            <a:avLst/>
          </a:prstGeom>
          <a:ln w="19050"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5421195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109598</TotalTime>
  <Words>4</Words>
  <Application>Microsoft Macintosh PowerPoint</Application>
  <PresentationFormat>Widescreen</PresentationFormat>
  <Paragraphs>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Davison, Brian</dc:creator>
  <cp:lastModifiedBy>Brian Davison</cp:lastModifiedBy>
  <cp:revision>16</cp:revision>
  <dcterms:created xsi:type="dcterms:W3CDTF">2023-08-26T10:09:18Z</dcterms:created>
  <dcterms:modified xsi:type="dcterms:W3CDTF">2025-06-25T17:43:01Z</dcterms:modified>
</cp:coreProperties>
</file>